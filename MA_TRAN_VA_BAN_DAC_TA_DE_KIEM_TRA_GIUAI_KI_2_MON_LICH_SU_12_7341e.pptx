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56" r:id="rId3"/>
    <p:sldId id="257" r:id="rId4"/>
    <p:sldId id="258" r:id="rId5"/>
    <p:sldId id="261" r:id="rId6"/>
    <p:sldId id="2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85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8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9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7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8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4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5276E-E871-4C22-9EFF-0252C4EF7D2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3803F-370B-467C-8D9F-F99AE6B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4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2662" y="518746"/>
            <a:ext cx="10093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MA TRẬN VÀ ĐẶC TẢ KIỂM TRA GIỮA KÌ 2- MÔN LỊCH SỬ 12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35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431377"/>
              </p:ext>
            </p:extLst>
          </p:nvPr>
        </p:nvGraphicFramePr>
        <p:xfrm>
          <a:off x="130626" y="87090"/>
          <a:ext cx="11530151" cy="6424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4631"/>
                <a:gridCol w="5554053"/>
                <a:gridCol w="1514522"/>
                <a:gridCol w="1323199"/>
                <a:gridCol w="1483746"/>
              </a:tblGrid>
              <a:tr h="227134">
                <a:tc rowSpan="3" grid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TÊN BÀI/CHỦ ĐỀ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NĂNG LỰC LỊCH SỬ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7134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tư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tư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marR="0" indent="-1905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</a:t>
                      </a: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tư</a:t>
                      </a: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70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Biết</a:t>
                      </a: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marR="0" indent="-1905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Hiểu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Vận.D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rowSpan="11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đề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5: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Lịch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sử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thời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Cận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Hiện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đại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từ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đầu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thế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kỷ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XX – 1945.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VD 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49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kháng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chiến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chống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Pháp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1945 – 1954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TH1.2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3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TH1.2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kháng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chiến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chống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Mỹ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1954 – 1975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NT2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VD 1.2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2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spc="-4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400" spc="-40" dirty="0">
                          <a:solidFill>
                            <a:schemeClr val="tx1"/>
                          </a:solidFill>
                          <a:effectLst/>
                        </a:rPr>
                        <a:t> Nam 1975 - 1985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VD 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5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TH1.2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>
                        <a:spcAft>
                          <a:spcPts val="0"/>
                        </a:spcAft>
                      </a:pPr>
                      <a:r>
                        <a:rPr lang="en-US" sz="2400" spc="-40">
                          <a:solidFill>
                            <a:schemeClr val="tx1"/>
                          </a:solidFill>
                          <a:effectLst/>
                        </a:rPr>
                        <a:t>Hoạt động đối ngoại của Việt Nam 1986 - nay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TH1.1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TD 1.1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VD 1.2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480">
                <a:tc gridSpan="2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TỔNG 24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40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4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909" marR="56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25347"/>
              </p:ext>
            </p:extLst>
          </p:nvPr>
        </p:nvGraphicFramePr>
        <p:xfrm>
          <a:off x="12697097" y="1689463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74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75376"/>
              </p:ext>
            </p:extLst>
          </p:nvPr>
        </p:nvGraphicFramePr>
        <p:xfrm>
          <a:off x="209006" y="156749"/>
          <a:ext cx="11834948" cy="6383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3070"/>
                <a:gridCol w="2303070"/>
                <a:gridCol w="920578"/>
                <a:gridCol w="805911"/>
                <a:gridCol w="805911"/>
                <a:gridCol w="804285"/>
                <a:gridCol w="806725"/>
                <a:gridCol w="806725"/>
                <a:gridCol w="665223"/>
                <a:gridCol w="806725"/>
                <a:gridCol w="806725"/>
              </a:tblGrid>
              <a:tr h="212050">
                <a:tc rowSpan="3" grid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TÊN BÀI/CHỦ ĐỀ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NĂNG LỰC LỊCH SỬ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20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Cấp độ tư duy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Cấp độ tư duy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Cấp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độ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tư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duy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409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Biết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Hiểu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Vận.D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Biết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Hiểu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Vận.D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Biết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Hiểu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Vận.D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rowSpan="10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đề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5: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Lịch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sử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thời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Cận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Hiện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đại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từ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đầu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thế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kỷ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XX – 1945.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TH1.1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NT1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VD1.3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VD2.1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Hoạt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động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đối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ngoại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của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Việt</a:t>
                      </a:r>
                      <a:r>
                        <a:rPr lang="en-US" sz="2000" dirty="0">
                          <a:effectLst/>
                        </a:rPr>
                        <a:t> Nam </a:t>
                      </a:r>
                      <a:r>
                        <a:rPr lang="en-US" sz="2000" dirty="0" err="1">
                          <a:effectLst/>
                        </a:rPr>
                        <a:t>trong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kháng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chiến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chống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Mỹ</a:t>
                      </a:r>
                      <a:r>
                        <a:rPr lang="en-US" sz="2000" dirty="0">
                          <a:effectLst/>
                        </a:rPr>
                        <a:t> 1954 – 1975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TH1.1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NT1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VD1.3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VD2.1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 Nam 1975 - 1985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TH1.1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NT1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VD1.1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</a:rPr>
                        <a:t>VD2.1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" indent="-1905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Hoạt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động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đối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ngoại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của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Việt</a:t>
                      </a:r>
                      <a:r>
                        <a:rPr lang="en-US" sz="2000" dirty="0">
                          <a:effectLst/>
                        </a:rPr>
                        <a:t> Nam 1986 - nay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TH1.1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TD1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VD1.1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0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VD 1.3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050">
                <a:tc gridSpan="2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TỔNG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468">
                <a:tc gridSpan="2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TỔNG CHUNG 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>
                          <a:effectLst/>
                        </a:rPr>
                        <a:t>12 + 4 ý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 dirty="0">
                          <a:effectLst/>
                        </a:rPr>
                        <a:t>8 + 4 ý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 dirty="0">
                          <a:effectLst/>
                        </a:rPr>
                        <a:t>4 + 8 ý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3468">
                <a:tc gridSpan="2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>
                          <a:effectLst/>
                        </a:rPr>
                        <a:t>TỈ LỆ 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>
                          <a:effectLst/>
                        </a:rPr>
                        <a:t>70%</a:t>
                      </a: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" indent="-1905" algn="ctr">
                        <a:spcAft>
                          <a:spcPts val="0"/>
                        </a:spcAft>
                      </a:pPr>
                      <a:r>
                        <a:rPr lang="nl-NL" sz="2000" dirty="0">
                          <a:effectLst/>
                        </a:rPr>
                        <a:t>30%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89" marR="4958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7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97764"/>
              </p:ext>
            </p:extLst>
          </p:nvPr>
        </p:nvGraphicFramePr>
        <p:xfrm>
          <a:off x="78378" y="156756"/>
          <a:ext cx="11991703" cy="6778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5062"/>
                <a:gridCol w="1184366"/>
                <a:gridCol w="1976845"/>
                <a:gridCol w="5084325"/>
                <a:gridCol w="537825"/>
                <a:gridCol w="656119"/>
                <a:gridCol w="656119"/>
                <a:gridCol w="560521"/>
                <a:gridCol w="560521"/>
              </a:tblGrid>
              <a:tr h="658368">
                <a:tc row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đề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bài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Đơn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vị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kiến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thức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Mức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độ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cần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kiểm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tra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Số câu hỏi theo mức độ nhận thức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Tổng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91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Vận dụng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Số câu hỏi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91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DT 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DT2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4287">
                <a:tc rowSpan="2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Chủ đề 5: Lịch sử đối ngoại của Việt Nam thời cận – hiện đại.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từ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đầu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thế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kỷ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XX – 1945.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yếu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từ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đầu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thế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kỷ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XX – 1945.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nội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dung,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tính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chất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và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góp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sự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nghiệp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giải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phóng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dân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Liên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hệ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với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đường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lối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hiện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nay.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+2 ý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84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Hoạt động đối ngoại của Việt Nam trong kháng chiến chống Pháp 1945 – 1954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yếu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kháng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chiến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chống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Pháp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(1945 - 1954)  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đóng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góp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cho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sự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nghiệp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đấu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tranh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giải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phóng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dân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30" dirty="0" err="1">
                          <a:solidFill>
                            <a:schemeClr val="tx1"/>
                          </a:solidFill>
                          <a:effectLst/>
                        </a:rPr>
                        <a:t>tộc</a:t>
                      </a:r>
                      <a:r>
                        <a:rPr lang="en-US" sz="2000" spc="-3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đúng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tầm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vóc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nền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cuộc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đấu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tranh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giải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phóng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dân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34" marR="651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45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27888"/>
              </p:ext>
            </p:extLst>
          </p:nvPr>
        </p:nvGraphicFramePr>
        <p:xfrm>
          <a:off x="104504" y="69668"/>
          <a:ext cx="11965576" cy="6848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599"/>
                <a:gridCol w="801188"/>
                <a:gridCol w="1193075"/>
                <a:gridCol w="6397082"/>
                <a:gridCol w="536654"/>
                <a:gridCol w="654689"/>
                <a:gridCol w="654689"/>
                <a:gridCol w="559300"/>
                <a:gridCol w="559300"/>
              </a:tblGrid>
              <a:tr h="213009"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TT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đề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bài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Đơn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vị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kiến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thức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Mức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độ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cần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kiểm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tra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Vận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dụng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DT 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DT2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0514">
                <a:tc row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đề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5: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Lịch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sử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thời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cận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–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hiện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đại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kháng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chiến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chống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Mỹ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1954 – 1975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yếu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kháng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chiến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chống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Mỹ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(1954 - 1975).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góp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sự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nghiệp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đấu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tranh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giải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phóng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dân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đúng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tầm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vóc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nền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cuộc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đấu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tranh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giải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phóng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dân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+2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Nam 1975 - 1985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yếu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từ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sau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năm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1975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đến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1985.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góp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công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cuộc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đấu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tranh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bảo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vệ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Tổ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quốc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đoạn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1975-1985.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đúng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vai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trò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đoạn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1975-1985.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+2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993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Hoạt động đối ngoại của Việt Nam 1986 - nay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20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Biết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chủ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yếu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từ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sau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năm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1986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đến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nay.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Hiểu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đóng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góp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hoạt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động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đối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cho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công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cuộc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Đổi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mới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đất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nước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Đánh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đúng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tầm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vóc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của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nền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ngoại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giao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Việt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Nam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+1 ý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+2 ý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028">
                <a:tc gridSpan="3"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TỔNG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indent="-19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+ 4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4 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8 ý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86" marR="312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52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45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733</Words>
  <Application>Microsoft Office PowerPoint</Application>
  <PresentationFormat>Widescreen</PresentationFormat>
  <Paragraphs>315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created xsi:type="dcterms:W3CDTF">2025-02-02T15:57:36Z</dcterms:created>
  <dcterms:modified xsi:type="dcterms:W3CDTF">2025-02-03T09:50:58Z</dcterms:modified>
</cp:coreProperties>
</file>